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74320"/>
            <a:ext cx="914400" cy="914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6576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65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HACK-AI-THON 2026  •  NATIONAL LEVEL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AquaGuard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Water Quality &amp; Usage Monitor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6 — Clean Water and Sanitation    |    SDG 12 — Responsible Consumption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AquaGuard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 •  Object-Oriented Programming  •  Sustainable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vision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2075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71600" y="2350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build &amp; expected output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71600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71600" y="3218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of AquaGuard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033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840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3813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 OOP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71600" y="4087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architecture &amp; logic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10972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3776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66928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66928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workflow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19659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3776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669280" y="2075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Results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669280" y="2350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GUI screenshot &amp; report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28346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93776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669280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669280" y="3218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trends &amp; recommendations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54880" y="37033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937760" y="3840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5669280" y="3813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669280" y="4087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AquaGuard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AquaGuard?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AquaGuard is a Python-based water monitoring system designed for households, schools, and communities. It records daily water usage and basic water-quality observations (pH &amp; turbidity) and automatically flags potentially unsafe or abnormal conditions.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water is essential for health (SDG 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consumption reduces waste (SDG 12)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of quality issues prevents illness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promote conservation habits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23560" y="1051560"/>
            <a:ext cx="3154680" cy="1051560"/>
          </a:xfrm>
          <a:prstGeom prst="roundRect">
            <a:avLst>
              <a:gd name="adj" fmla="val 8696"/>
            </a:avLst>
          </a:prstGeom>
          <a:solidFill>
            <a:srgbClr val="0A1628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OOP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0644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classes, encapsulation &amp; modular design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23560" y="2240280"/>
            <a:ext cx="3154680" cy="1051560"/>
          </a:xfrm>
          <a:prstGeom prst="roundRect">
            <a:avLst>
              <a:gd name="adj" fmla="val 8696"/>
            </a:avLst>
          </a:prstGeom>
          <a:solidFill>
            <a:srgbClr val="0A1628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0644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high consumption, bad pH or turbidity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23560" y="3429000"/>
            <a:ext cx="3154680" cy="1051560"/>
          </a:xfrm>
          <a:prstGeom prst="roundRect">
            <a:avLst>
              <a:gd name="adj" fmla="val 8696"/>
            </a:avLst>
          </a:prstGeom>
          <a:solidFill>
            <a:srgbClr val="0A1628"/>
          </a:solidFill>
          <a:ln/>
        </p:spPr>
      </p:sp>
      <p:sp>
        <p:nvSpPr>
          <p:cNvPr id="17" name="Text 14"/>
          <p:cNvSpPr/>
          <p:nvPr/>
        </p:nvSpPr>
        <p:spPr>
          <a:xfrm>
            <a:off x="580644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Reports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806440" y="3931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Trends, averages &amp; conservation tips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10972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MAKE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Python-based water monitoring system for households, schools or communities. Record water usage and basic water-quality observations and flag potentially unsafe or abnormal conditions.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Functional Requirements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Location/User, WaterReading and MonitoringReport classes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parameters: daily consumption, pH and turbidity (sample data)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consumption trends &amp; identify abnormal readings via thresholds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alerts &amp; recommendations for excessive use or unsafe values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location-wise / household-wise summaries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Expected Output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0A162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water-monitoring report containing: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Daily &amp; average consumption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Quality status (Normal / Attention)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List of alerts with dates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Consumption trend analysis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Recommended conservation actions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Usage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daily water consumption per location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unsafe pH &amp; turbidity levels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Alerts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3776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when thresholds are breached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Insights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3776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increasing / decreasing / stable usage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Tips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3776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conservation &amp; safety steps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— OOP Classes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51560"/>
            <a:ext cx="411480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address, location_type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Methods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__str__()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51560"/>
            <a:ext cx="411480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9204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920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user_id, name, role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2103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Methods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__str__()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" y="28803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2880360"/>
            <a:ext cx="4114800" cy="411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WaterReading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92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location, user, consumption, pH, turbidity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Methods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is_abnormal(), get_alerts()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09160" y="28803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880360"/>
            <a:ext cx="411480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MonitoringReport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892040" y="3383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204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report_id, generated_by, location, readings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9204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Methods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avg_consumption(), trend(), status(), recommendations()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AquaGuard Works — Step by Step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25880" y="12344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13258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Reading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location, address, name, date, consumption (L), pH and turbidity values in the GUI form.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2344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3832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Objects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instantiates Location, User and WaterReading objects and stores them in memory.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78040" y="12344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7178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0936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Flag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is_abnormal() checks against thresholds (pH 6.5–8.5, turbidity ≤5 NTU, consumption ≤450 L).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325880" y="30632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2" name="Text 19"/>
          <p:cNvSpPr/>
          <p:nvPr/>
        </p:nvSpPr>
        <p:spPr>
          <a:xfrm>
            <a:off x="13258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72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List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readings appear sorted by date with Normal / Abnormal status indicators.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4612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51960" y="30632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7" name="Text 24"/>
          <p:cNvSpPr/>
          <p:nvPr/>
        </p:nvSpPr>
        <p:spPr>
          <a:xfrm>
            <a:off x="42519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38328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MonitoringReport calculates averages, trend, collects alerts and builds recommendations.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178040" y="30632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29"/>
          <p:cNvSpPr/>
          <p:nvPr/>
        </p:nvSpPr>
        <p:spPr>
          <a:xfrm>
            <a:off x="7178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30936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Insights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30936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formatted report with status, alerts and conservation tips is displayed to the user.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Thresholds &amp; Recommendation Logic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 – 8.5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range → Alert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97280"/>
            <a:ext cx="27432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Turbidity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5.0 NTU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8328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limit → Filter / Boil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09728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1097280"/>
            <a:ext cx="27432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636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450 L/day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26364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limit → Check leaks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288036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0A1628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TREND LOGIC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3474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⬆   </a:t>
            </a:r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reading &gt; first reading × 1.15
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Decreasing ⬇   </a:t>
            </a:r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reading &lt; first reading × 0.85
</a:t>
            </a:r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→   </a:t>
            </a:r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(within ±15%)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GUI &amp; Results</a:t>
            </a:r>
            <a:endParaRPr lang="en-US" sz="2400" dirty="0"/>
          </a:p>
        </p:txBody>
      </p:sp>
      <p:pic>
        <p:nvPicPr>
          <p:cNvPr id="4" name="Image 1" descr="/home/workdir/attachments/Output windows {with results}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25" y="777240"/>
            <a:ext cx="732294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Implementation Highlights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 Modern Dark GUI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CustomTkinter – clean, responsive and user-friendly interface matching the AquaGuard brand.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328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Instant Status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83280" y="1691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reading is labelled Normal or Abnormal instantly using threshold-based logic.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05156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1234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Trend Analysis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09360" y="1691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first vs last reading to detect Increasing, Decreasing or Stable consumption patterns.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9260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Smart Alerts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all abnormal events with dates and clear reasons (Low/High pH, High turbidity, High use).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46120" y="29260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38328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Actionable Tips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8328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recommendations: leak checks, filtration, boiling water, conservation advice.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29260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0936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Multi-Location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09360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multiple households / schools; reports can be generated per location.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AquaGuard successfully demonstrates Python fundamentals and Object-Oriented Programming while delivering a practical solution aligned with SDG 6 and SDG 12.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745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874520"/>
            <a:ext cx="91440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947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Prototype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1762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working GUI that records readings, detects anomalies and produces professional reports.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560320"/>
            <a:ext cx="91440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334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OOP Design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well-defined classes with clear responsibilities, encapsulation and reusable methods.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2461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3246120"/>
            <a:ext cx="91440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3192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 Potential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547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communities track water use, improve quality awareness and adopt conservation habits.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393192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931920"/>
            <a:ext cx="91440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0050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Foundation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4233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future sensors, databases, mobile apps and multi-user dashboards.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ttachments/IMG_20260914_152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4592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Next Steps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Integrate IoT sensors for automatic real-time readings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Store data in SQLite / cloud database for historical analysis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Add multi-user login and role-based access (Admin / Resident)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Generate PDF / Excel export of monitoring reports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Mobile companion app for on-the-go alerts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Machine-learning models to predict future consumption patterns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71600" y="365760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37160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|  AquaGuard  •  HACK-AI-THON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AquaGuard – Community Water Quality &amp; Usage Monitor</dc:title>
  <dc:subject>HACK-AI-THON 2026 National Level Project</dc:subject>
  <dc:creator>Team AquaGuard</dc:creator>
  <cp:lastModifiedBy>Team AquaGuard</cp:lastModifiedBy>
  <cp:revision>1</cp:revision>
  <dcterms:created xsi:type="dcterms:W3CDTF">2026-09-15T04:06:13Z</dcterms:created>
  <dcterms:modified xsi:type="dcterms:W3CDTF">2026-09-15T04:06:13Z</dcterms:modified>
</cp:coreProperties>
</file>